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6" Type="http://schemas.microsoft.com/office/2020/02/relationships/classificationlabels" Target="docMetadata/LabelInfo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2" r:id="rId4"/>
  </p:sldMasterIdLst>
  <p:notesMasterIdLst>
    <p:notesMasterId r:id="rId18"/>
  </p:notesMasterIdLst>
  <p:handoutMasterIdLst>
    <p:handoutMasterId r:id="rId19"/>
  </p:handoutMasterIdLst>
  <p:sldIdLst>
    <p:sldId id="297" r:id="rId5"/>
    <p:sldId id="281" r:id="rId6"/>
    <p:sldId id="282" r:id="rId7"/>
    <p:sldId id="314" r:id="rId8"/>
    <p:sldId id="315" r:id="rId9"/>
    <p:sldId id="317" r:id="rId10"/>
    <p:sldId id="321" r:id="rId11"/>
    <p:sldId id="318" r:id="rId12"/>
    <p:sldId id="319" r:id="rId13"/>
    <p:sldId id="322" r:id="rId14"/>
    <p:sldId id="324" r:id="rId15"/>
    <p:sldId id="325" r:id="rId16"/>
    <p:sldId id="312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CDCE"/>
    <a:srgbClr val="E6F0FE"/>
    <a:srgbClr val="AAC4E9"/>
    <a:srgbClr val="202C8F"/>
    <a:srgbClr val="FDFBF6"/>
    <a:srgbClr val="DF8C8C"/>
    <a:srgbClr val="D4D593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>
        <p:scale>
          <a:sx n="50" d="100"/>
          <a:sy n="50" d="100"/>
        </p:scale>
        <p:origin x="1934" y="667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notesMaster" Target="notesMasters/notesMaster1.xml" /><Relationship Id="rId3" Type="http://schemas.openxmlformats.org/officeDocument/2006/relationships/customXml" Target="../customXml/item3.xml" /><Relationship Id="rId21" Type="http://schemas.openxmlformats.org/officeDocument/2006/relationships/viewProps" Target="viewProp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presProps" Target="presProp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microsoft.com/office/2018/10/relationships/authors" Target="authors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tableStyles" Target="tableStyles.xml" /><Relationship Id="rId10" Type="http://schemas.openxmlformats.org/officeDocument/2006/relationships/slide" Target="slides/slide6.xml" /><Relationship Id="rId19" Type="http://schemas.openxmlformats.org/officeDocument/2006/relationships/handoutMaster" Target="handoutMasters/handoutMaster1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theme" Target="theme/theme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 /><Relationship Id="rId2" Type="http://schemas.openxmlformats.org/officeDocument/2006/relationships/image" Target="../media/image3.sv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 /><Relationship Id="rId2" Type="http://schemas.openxmlformats.org/officeDocument/2006/relationships/image" Target="../media/image5.svg" /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 /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1984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29658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77324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98362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85756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05BC309-F5D2-2CC7-BEEB-E312CCA93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3E595FB-396E-9A72-C32F-F898E8AF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72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D0ED6F3-81CD-6191-4972-E945EC6C0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59553B4-BA7E-AE2E-C2CD-97633EABF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25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A1A2361-16D5-2C1C-377A-1BA3171DA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61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26B00A0-2E25-C4C9-E1BD-E8F8A5B95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370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97923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71081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506808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4239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553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79831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865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1995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07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8414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6166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194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717770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83726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image" Target="../media/image1.jpg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33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663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4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5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6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8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9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0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1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13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67DA06F-7BDD-413F-4CC6-8F51D323154B}"/>
              </a:ext>
            </a:extLst>
          </p:cNvPr>
          <p:cNvSpPr txBox="1">
            <a:spLocks/>
          </p:cNvSpPr>
          <p:nvPr/>
        </p:nvSpPr>
        <p:spPr>
          <a:xfrm>
            <a:off x="318334" y="1914299"/>
            <a:ext cx="9357048" cy="1138989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lgerian" panose="04020705040A02060702" pitchFamily="82" charset="0"/>
              </a:rPr>
              <a:t>TASK REMAINDER </a:t>
            </a:r>
          </a:p>
          <a:p>
            <a:r>
              <a:rPr lang="en-US" dirty="0">
                <a:latin typeface="Algerian" panose="04020705040A02060702" pitchFamily="82" charset="0"/>
              </a:rPr>
              <a:t>APPLICATION</a:t>
            </a:r>
            <a:br>
              <a:rPr lang="en-US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E73FEF-E83B-6E08-6F9D-C4F1B43E1D1A}"/>
              </a:ext>
            </a:extLst>
          </p:cNvPr>
          <p:cNvSpPr txBox="1"/>
          <p:nvPr/>
        </p:nvSpPr>
        <p:spPr>
          <a:xfrm>
            <a:off x="318334" y="2890913"/>
            <a:ext cx="881738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A Smart  Task management system with Email Notifications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D947E-EAAC-1E54-DE31-2CC7E865662B}"/>
              </a:ext>
            </a:extLst>
          </p:cNvPr>
          <p:cNvSpPr txBox="1"/>
          <p:nvPr/>
        </p:nvSpPr>
        <p:spPr>
          <a:xfrm>
            <a:off x="318334" y="3636612"/>
            <a:ext cx="36969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BY:</a:t>
            </a:r>
          </a:p>
          <a:p>
            <a:r>
              <a:rPr lang="en-GB" sz="2400" dirty="0">
                <a:solidFill>
                  <a:schemeClr val="accent6"/>
                </a:solidFill>
              </a:rPr>
              <a:t>VALE VIGNESHWAR </a:t>
            </a:r>
            <a:endParaRPr lang="en-IN" sz="2400" dirty="0">
              <a:solidFill>
                <a:schemeClr val="accent6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E68229-98E3-D142-1BAA-7FF12824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45" y="1300039"/>
            <a:ext cx="1419580" cy="118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2136339-A391-3F23-796C-F9AEF71B243C}"/>
              </a:ext>
            </a:extLst>
          </p:cNvPr>
          <p:cNvSpPr txBox="1"/>
          <p:nvPr/>
        </p:nvSpPr>
        <p:spPr>
          <a:xfrm>
            <a:off x="1195137" y="1111353"/>
            <a:ext cx="8666618" cy="3720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lgerian" panose="04020705040A02060702" pitchFamily="82" charset="0"/>
              </a:rPr>
              <a:t> </a:t>
            </a:r>
            <a:r>
              <a:rPr lang="en-US" sz="3600" b="1" dirty="0">
                <a:solidFill>
                  <a:schemeClr val="accent6"/>
                </a:solidFill>
                <a:latin typeface="Algerian" panose="04020705040A02060702" pitchFamily="82" charset="0"/>
              </a:rPr>
              <a:t>Problem Statement</a:t>
            </a:r>
          </a:p>
          <a:p>
            <a:pPr>
              <a:buNone/>
            </a:pPr>
            <a:endParaRPr lang="en-US" sz="3600" b="1" dirty="0">
              <a:solidFill>
                <a:schemeClr val="accent6"/>
              </a:solidFill>
              <a:latin typeface="Algerian" panose="04020705040A02060702" pitchFamily="82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6"/>
                </a:solidFill>
              </a:rPr>
              <a:t>People often forget tasks due to busy schedules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6"/>
                </a:solidFill>
              </a:rPr>
              <a:t>No proper system to track deadlines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6"/>
                </a:solidFill>
              </a:rPr>
              <a:t>Lack of reminder system leads to missed work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6"/>
                </a:solidFill>
              </a:rPr>
              <a:t>Existing systems are complex or not user-friendly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D29CD6-966B-867C-6686-7E073ABAF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4204" y="4848873"/>
            <a:ext cx="2621562" cy="189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26BB64-590B-6095-E35D-7567A27C2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560191"/>
            <a:ext cx="7965461" cy="994164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Why task remainder ?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2AC43B-57C6-E5F9-6F1F-DAE6470CC4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 Helps users manage tasks efficiently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Provides automated reminders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 Improves productivity and time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 Simple and user-friendly interface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 Reduces missed deadlines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51CDD1F-EB6B-2A77-A3EE-6AAFD7EF3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2526" y="547845"/>
            <a:ext cx="7043617" cy="686807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objectives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DF9C0E-B22C-0171-793C-722819AAEDD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12526" y="1714479"/>
            <a:ext cx="7043618" cy="3771921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Develop a task management system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Allow users to add, update, delete tasks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Implement automated reminder mechanism using scheduler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Send email notifications for overdue tasks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Provide clean and easy user interface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dirty="0"/>
              <a:t>//Include authentication and productivity tracking application status checking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9472FE-AD1E-F0C1-2739-1BE26CCEF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44" y="293860"/>
            <a:ext cx="7796464" cy="1222385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Technologies used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9E47AB-83D5-B141-3D49-213EC1410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2890" y="2008060"/>
            <a:ext cx="7531509" cy="37203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Backend: Java, Spring Boot</a:t>
            </a:r>
            <a:br>
              <a:rPr lang="en-IN" sz="2400" dirty="0"/>
            </a:br>
            <a:r>
              <a:rPr lang="en-IN" sz="2400" dirty="0"/>
              <a:t>Database: MySQL</a:t>
            </a:r>
            <a:br>
              <a:rPr lang="en-IN" sz="2400" dirty="0"/>
            </a:br>
            <a:r>
              <a:rPr lang="en-IN" sz="2400" dirty="0"/>
              <a:t>Frontend: HTML, </a:t>
            </a:r>
            <a:r>
              <a:rPr lang="en-IN" sz="2400" dirty="0" err="1"/>
              <a:t>CSS,javascript,thymeleaf</a:t>
            </a:r>
            <a:br>
              <a:rPr lang="en-IN" sz="2400" dirty="0"/>
            </a:br>
            <a:r>
              <a:rPr lang="en-IN" sz="2400" dirty="0"/>
              <a:t>Tool: </a:t>
            </a:r>
            <a:r>
              <a:rPr lang="en-IN" sz="2400" dirty="0" err="1"/>
              <a:t>intelij</a:t>
            </a:r>
            <a:r>
              <a:rPr lang="en-IN" sz="2400" dirty="0"/>
              <a:t> ,</a:t>
            </a:r>
            <a:r>
              <a:rPr lang="en-IN" sz="2400" dirty="0" err="1"/>
              <a:t>Github,Postman</a:t>
            </a:r>
            <a:r>
              <a:rPr lang="en-IN" sz="2400" dirty="0"/>
              <a:t> API Platform</a:t>
            </a:r>
            <a:br>
              <a:rPr lang="en-IN" sz="2400" dirty="0"/>
            </a:br>
            <a:r>
              <a:rPr lang="en-IN" sz="2400" dirty="0"/>
              <a:t>Email Service: Spring Java Main API</a:t>
            </a:r>
            <a:br>
              <a:rPr lang="en-IN" sz="2400" dirty="0"/>
            </a:br>
            <a:r>
              <a:rPr lang="en-IN" sz="2400" dirty="0"/>
              <a:t>Scheduler: Spring Scheduler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381B0A-3DEA-07E0-71D9-381C27388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1600"/>
            <a:ext cx="7631709" cy="1091627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System architecture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AA743E-295D-D9CC-103A-99ED9C16A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9819" y="1147413"/>
            <a:ext cx="5444992" cy="356991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400" dirty="0"/>
              <a:t>The application follows layered architecture: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/>
              <a:t>Controller Layer → Handles requests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/>
              <a:t>Service Layer → Business logic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/>
              <a:t>Repository Layer → Database operations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/>
              <a:t>Database → Stores tasks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/>
              <a:t>Scheduler → Checks overdue tasks</a:t>
            </a: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6F8D15-5EC3-B0EB-2F95-92E72F001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899" y="2518737"/>
            <a:ext cx="6633743" cy="239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0AFC4D-BB74-A462-0B1A-9D37E8FB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349351"/>
            <a:ext cx="9875463" cy="999746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Work flow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F16BE6B-8108-0420-97E4-5757B05EF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976833"/>
            <a:ext cx="5829147" cy="50978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User → Login/Register </a:t>
            </a:r>
          </a:p>
          <a:p>
            <a:pPr marL="0" indent="0">
              <a:buNone/>
            </a:pPr>
            <a:r>
              <a:rPr lang="en-IN" sz="2400" dirty="0"/>
              <a:t>     ↓</a:t>
            </a:r>
          </a:p>
          <a:p>
            <a:pPr marL="0" indent="0">
              <a:buNone/>
            </a:pPr>
            <a:r>
              <a:rPr lang="en-IN" sz="2400" dirty="0"/>
              <a:t>Dashboard</a:t>
            </a:r>
          </a:p>
          <a:p>
            <a:pPr marL="0" indent="0">
              <a:buNone/>
            </a:pPr>
            <a:r>
              <a:rPr lang="en-IN" sz="2400" dirty="0"/>
              <a:t>     ↓</a:t>
            </a:r>
          </a:p>
          <a:p>
            <a:pPr marL="0" indent="0">
              <a:buNone/>
            </a:pPr>
            <a:r>
              <a:rPr lang="en-IN" sz="2400" dirty="0"/>
              <a:t>Add Task → Store in DB</a:t>
            </a:r>
          </a:p>
          <a:p>
            <a:pPr marL="0" indent="0">
              <a:buNone/>
            </a:pPr>
            <a:r>
              <a:rPr lang="en-IN" sz="2400" dirty="0"/>
              <a:t>     ↓</a:t>
            </a:r>
          </a:p>
          <a:p>
            <a:pPr marL="0" indent="0">
              <a:buNone/>
            </a:pPr>
            <a:r>
              <a:rPr lang="en-IN" sz="2400" dirty="0"/>
              <a:t>Scheduler checks tasks</a:t>
            </a:r>
          </a:p>
          <a:p>
            <a:pPr marL="0" indent="0">
              <a:buNone/>
            </a:pPr>
            <a:r>
              <a:rPr lang="en-IN" sz="2400" dirty="0"/>
              <a:t>     ↓</a:t>
            </a:r>
          </a:p>
          <a:p>
            <a:pPr marL="0" indent="0">
              <a:buNone/>
            </a:pPr>
            <a:r>
              <a:rPr lang="en-IN" sz="2400" dirty="0"/>
              <a:t>If overdue → Email sent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3FFCCA9-9D9F-591B-42AA-F689F3E113C5}"/>
              </a:ext>
            </a:extLst>
          </p:cNvPr>
          <p:cNvCxnSpPr/>
          <p:nvPr/>
        </p:nvCxnSpPr>
        <p:spPr>
          <a:xfrm>
            <a:off x="4906297" y="2005781"/>
            <a:ext cx="4227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0327146-7197-3507-30DD-9E777E6FB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940" y="655977"/>
            <a:ext cx="5343808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61EDCB-58DE-9890-ADE6-184118D13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98001"/>
            <a:ext cx="7843837" cy="1012782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modules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E3E23DE-C48E-F8CA-8449-B7DA27F52F0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92480" y="1310783"/>
            <a:ext cx="6903076" cy="4798142"/>
          </a:xfrm>
        </p:spPr>
        <p:txBody>
          <a:bodyPr>
            <a:normAutofit lnSpcReduction="10000"/>
          </a:bodyPr>
          <a:lstStyle/>
          <a:p>
            <a:pPr lvl="1" indent="0">
              <a:buNone/>
            </a:pPr>
            <a:endParaRPr lang="en-GB" sz="2600" dirty="0"/>
          </a:p>
          <a:p>
            <a:pPr marL="804672" lvl="1" indent="-457200"/>
            <a:r>
              <a:rPr lang="en-IN" sz="2600" dirty="0"/>
              <a:t>User Module</a:t>
            </a:r>
          </a:p>
          <a:p>
            <a:pPr lvl="1" indent="0">
              <a:buNone/>
            </a:pPr>
            <a:r>
              <a:rPr lang="en-IN" sz="2600" dirty="0"/>
              <a:t>    </a:t>
            </a:r>
            <a:r>
              <a:rPr lang="en-GB" sz="2600" dirty="0"/>
              <a:t>      </a:t>
            </a:r>
            <a:r>
              <a:rPr lang="en-IN" sz="2600" dirty="0"/>
              <a:t> Registration </a:t>
            </a:r>
          </a:p>
          <a:p>
            <a:pPr lvl="1" indent="0">
              <a:buNone/>
            </a:pPr>
            <a:r>
              <a:rPr lang="en-IN" sz="2600" dirty="0"/>
              <a:t>   </a:t>
            </a:r>
            <a:r>
              <a:rPr lang="en-GB" sz="2600" dirty="0"/>
              <a:t>      </a:t>
            </a:r>
            <a:r>
              <a:rPr lang="en-IN" sz="2600" dirty="0"/>
              <a:t>  Login </a:t>
            </a:r>
          </a:p>
          <a:p>
            <a:pPr marL="861822" lvl="1" indent="-514350"/>
            <a:r>
              <a:rPr lang="en-IN" sz="2600" dirty="0"/>
              <a:t>Task </a:t>
            </a:r>
            <a:r>
              <a:rPr lang="en-IN" sz="2600" dirty="0" err="1"/>
              <a:t>Modul</a:t>
            </a:r>
            <a:r>
              <a:rPr lang="en-GB" sz="2600" dirty="0"/>
              <a:t>e</a:t>
            </a:r>
          </a:p>
          <a:p>
            <a:pPr lvl="1" indent="0">
              <a:buNone/>
            </a:pPr>
            <a:r>
              <a:rPr lang="en-GB" sz="2600" dirty="0"/>
              <a:t>           </a:t>
            </a:r>
            <a:r>
              <a:rPr lang="en-IN" sz="2600" dirty="0"/>
              <a:t>Add Task</a:t>
            </a:r>
            <a:endParaRPr lang="en-GB" sz="2600" dirty="0"/>
          </a:p>
          <a:p>
            <a:pPr lvl="1" indent="0">
              <a:buNone/>
            </a:pPr>
            <a:r>
              <a:rPr lang="en-GB" sz="2600" dirty="0"/>
              <a:t>          </a:t>
            </a:r>
            <a:r>
              <a:rPr lang="en-IN" sz="2600" dirty="0"/>
              <a:t>Update Task </a:t>
            </a:r>
            <a:endParaRPr lang="en-GB" sz="2600" dirty="0"/>
          </a:p>
          <a:p>
            <a:pPr lvl="1" indent="0">
              <a:buNone/>
            </a:pPr>
            <a:r>
              <a:rPr lang="en-GB" sz="2600" dirty="0"/>
              <a:t>          </a:t>
            </a:r>
            <a:r>
              <a:rPr lang="en-IN" sz="2600" dirty="0"/>
              <a:t>Delete Task </a:t>
            </a:r>
          </a:p>
          <a:p>
            <a:pPr lvl="1" indent="0">
              <a:buNone/>
            </a:pPr>
            <a:r>
              <a:rPr lang="en-GB" sz="2600" dirty="0"/>
              <a:t>           </a:t>
            </a:r>
            <a:r>
              <a:rPr lang="en-IN" sz="2600" dirty="0"/>
              <a:t>View Tasks </a:t>
            </a:r>
          </a:p>
          <a:p>
            <a:pPr marL="861822" lvl="1" indent="-514350"/>
            <a:r>
              <a:rPr lang="en-IN" sz="2600" dirty="0"/>
              <a:t>Notification Module</a:t>
            </a:r>
            <a:r>
              <a:rPr lang="en-GB" sz="2600" dirty="0"/>
              <a:t> </a:t>
            </a:r>
          </a:p>
          <a:p>
            <a:pPr lvl="1" indent="0">
              <a:buNone/>
            </a:pPr>
            <a:r>
              <a:rPr lang="en-GB" sz="2600" dirty="0"/>
              <a:t>       </a:t>
            </a:r>
            <a:r>
              <a:rPr lang="en-IN" sz="2600" dirty="0"/>
              <a:t>  Email alerts for overdue tasks </a:t>
            </a:r>
          </a:p>
          <a:p>
            <a:pPr marL="861822" lvl="1" indent="-514350"/>
            <a:r>
              <a:rPr lang="en-IN" sz="2600" dirty="0"/>
              <a:t>Scheduler Module</a:t>
            </a:r>
          </a:p>
          <a:p>
            <a:pPr lvl="1" indent="0">
              <a:buNone/>
            </a:pPr>
            <a:r>
              <a:rPr lang="en-GB" sz="2600" dirty="0"/>
              <a:t>        </a:t>
            </a:r>
            <a:r>
              <a:rPr lang="en-IN" sz="2600" dirty="0"/>
              <a:t> Runs periodically to check tasks</a:t>
            </a:r>
          </a:p>
          <a:p>
            <a:pPr>
              <a:lnSpc>
                <a:spcPct val="160000"/>
              </a:lnSpc>
            </a:pP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C55067-D500-1BDE-5CE5-BE7B5F799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732" y="3429000"/>
            <a:ext cx="3172268" cy="335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589785-74BC-5018-7D31-919BB2BCA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705" y="331354"/>
            <a:ext cx="9879437" cy="980844"/>
          </a:xfrm>
        </p:spPr>
        <p:txBody>
          <a:bodyPr/>
          <a:lstStyle/>
          <a:p>
            <a:r>
              <a:rPr lang="en-US" dirty="0" err="1">
                <a:latin typeface="Algerian" panose="04020705040A02060702" pitchFamily="82" charset="0"/>
              </a:rPr>
              <a:t>implementaTion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6E38D2-CD08-59A3-96BF-C4F4DC6820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6704" y="1771519"/>
            <a:ext cx="7819579" cy="3704266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Developed REST APIs using Spring Boot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Used JDBC Template for database operations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Designed UI using HTML &amp; CSS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Integrated email service using Spring Mail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Implemented scheduler for task checking</a:t>
            </a:r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7043FB-ECC0-3C91-EA89-684DA5C45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94038" y="593376"/>
            <a:ext cx="10511627" cy="1012785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challenges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C40623-1535-54CF-7F78-7D181C343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883448"/>
            <a:ext cx="10511627" cy="39485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Configuring email service (App Password)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Handling database connection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Managing scheduler logic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UI design improvements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Debugging API errors</a:t>
            </a: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2E44D0-3120-FD52-935C-E81E37732039}"/>
              </a:ext>
            </a:extLst>
          </p:cNvPr>
          <p:cNvSpPr txBox="1"/>
          <p:nvPr/>
        </p:nvSpPr>
        <p:spPr>
          <a:xfrm>
            <a:off x="1608092" y="540234"/>
            <a:ext cx="6112042" cy="391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solidFill>
                  <a:schemeClr val="accent6"/>
                </a:solidFill>
                <a:latin typeface="Algerian" panose="04020705040A02060702" pitchFamily="82" charset="0"/>
              </a:rPr>
              <a:t>Future Enhancements</a:t>
            </a:r>
          </a:p>
          <a:p>
            <a:pPr>
              <a:buNone/>
            </a:pPr>
            <a:endParaRPr lang="en-IN" sz="3600" b="1" dirty="0">
              <a:solidFill>
                <a:schemeClr val="accent6"/>
              </a:solidFill>
              <a:latin typeface="Algerian" panose="04020705040A02060702" pitchFamily="8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/>
                </a:solidFill>
              </a:rPr>
              <a:t>Add user authentication (secure login)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/>
                </a:solidFill>
              </a:rPr>
              <a:t>Mobile application support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/>
                </a:solidFill>
              </a:rPr>
              <a:t>Push notifications instead of email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/>
                </a:solidFill>
              </a:rPr>
              <a:t>Cloud deployment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/>
                </a:solidFill>
              </a:rPr>
              <a:t>Task categorization &amp; priority system</a:t>
            </a:r>
          </a:p>
        </p:txBody>
      </p:sp>
    </p:spTree>
    <p:extLst>
      <p:ext uri="{BB962C8B-B14F-4D97-AF65-F5344CB8AC3E}">
        <p14:creationId xmlns:p14="http://schemas.microsoft.com/office/powerpoint/2010/main" val="2188144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ABC3AB-F601-0851-392A-FC294FD99559}"/>
              </a:ext>
            </a:extLst>
          </p:cNvPr>
          <p:cNvSpPr txBox="1"/>
          <p:nvPr/>
        </p:nvSpPr>
        <p:spPr>
          <a:xfrm>
            <a:off x="1588425" y="1278500"/>
            <a:ext cx="78407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solidFill>
                  <a:schemeClr val="accent6"/>
                </a:solidFill>
                <a:latin typeface="Algerian" panose="04020705040A02060702" pitchFamily="82" charset="0"/>
              </a:rPr>
              <a:t>Conclusion</a:t>
            </a:r>
          </a:p>
          <a:p>
            <a:pPr>
              <a:buNone/>
            </a:pPr>
            <a:endParaRPr lang="en-IN" sz="3600" b="1" dirty="0">
              <a:solidFill>
                <a:schemeClr val="accent6"/>
              </a:solidFill>
              <a:latin typeface="Algerian" panose="04020705040A02060702" pitchFamily="82" charset="0"/>
            </a:endParaRPr>
          </a:p>
          <a:p>
            <a:pPr>
              <a:buNone/>
            </a:pPr>
            <a:r>
              <a:rPr lang="en-IN" sz="2400" dirty="0">
                <a:solidFill>
                  <a:schemeClr val="accent6"/>
                </a:solidFill>
              </a:rPr>
              <a:t>Task Reminder system helps manage tasks efficiently</a:t>
            </a:r>
            <a:br>
              <a:rPr lang="en-IN" sz="2400" dirty="0">
                <a:solidFill>
                  <a:schemeClr val="accent6"/>
                </a:solidFill>
              </a:rPr>
            </a:br>
            <a:r>
              <a:rPr lang="en-IN" sz="2400" dirty="0">
                <a:solidFill>
                  <a:schemeClr val="accent6"/>
                </a:solidFill>
              </a:rPr>
              <a:t>Reduces missed deadlines</a:t>
            </a:r>
            <a:br>
              <a:rPr lang="en-IN" sz="2400" dirty="0">
                <a:solidFill>
                  <a:schemeClr val="accent6"/>
                </a:solidFill>
              </a:rPr>
            </a:br>
            <a:r>
              <a:rPr lang="en-IN" sz="2400" dirty="0">
                <a:solidFill>
                  <a:schemeClr val="accent6"/>
                </a:solidFill>
              </a:rPr>
              <a:t>Improves productivity</a:t>
            </a:r>
            <a:br>
              <a:rPr lang="en-IN" sz="2400" dirty="0">
                <a:solidFill>
                  <a:schemeClr val="accent6"/>
                </a:solidFill>
              </a:rPr>
            </a:br>
            <a:r>
              <a:rPr lang="en-IN" sz="2400" dirty="0">
                <a:solidFill>
                  <a:schemeClr val="accent6"/>
                </a:solidFill>
              </a:rPr>
              <a:t>Provides automated reminders using email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D1E787-412A-2591-1023-49346790E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335" y="4870393"/>
            <a:ext cx="3422659" cy="198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8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sz="6600" dirty="0">
                <a:latin typeface="Algerian" panose="04020705040A02060702" pitchFamily="82" charset="0"/>
                <a:ea typeface="Calibri" panose="020F0502020204030204" pitchFamily="34" charset="0"/>
                <a:cs typeface="Segoe UI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279</TotalTime>
  <Words>384</Words>
  <Application>Microsoft Office PowerPoint</Application>
  <PresentationFormat>Widescreen</PresentationFormat>
  <Paragraphs>89</Paragraphs>
  <Slides>13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Gallery</vt:lpstr>
      <vt:lpstr>PowerPoint Presentation</vt:lpstr>
      <vt:lpstr>PowerPoint Presentation</vt:lpstr>
      <vt:lpstr>Why task remainder ?</vt:lpstr>
      <vt:lpstr>objectives</vt:lpstr>
      <vt:lpstr>Technologies used</vt:lpstr>
      <vt:lpstr>System architecture</vt:lpstr>
      <vt:lpstr>Work flow</vt:lpstr>
      <vt:lpstr>modules</vt:lpstr>
      <vt:lpstr>implementaTion</vt:lpstr>
      <vt:lpstr>challenges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akshithatuniki2005@outlook.com</dc:creator>
  <cp:lastModifiedBy>VALE VIGNESHWAR</cp:lastModifiedBy>
  <cp:revision>6</cp:revision>
  <dcterms:created xsi:type="dcterms:W3CDTF">2026-03-30T11:48:01Z</dcterms:created>
  <dcterms:modified xsi:type="dcterms:W3CDTF">2026-04-13T05:18:10Z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